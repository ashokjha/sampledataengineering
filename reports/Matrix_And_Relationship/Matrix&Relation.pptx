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FA12ADE-0E67-497D-949C-FC50D93BC58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Matrix&amp;Relation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1A17682-6F87-480E-86DC-C99C3153C7A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22/09/26 7:13:11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trix And relationship1" id="2" name="slide2">
            <a:extLst>
              <a:ext uri="{FF2B5EF4-FFF2-40B4-BE49-F238E27FC236}">
                <a16:creationId xmlns:a16="http://schemas.microsoft.com/office/drawing/2014/main" id="{0990CDEA-654B-4745-B169-49C3DC0F4F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trix And relationship2" id="3" name="slide3">
            <a:extLst>
              <a:ext uri="{FF2B5EF4-FFF2-40B4-BE49-F238E27FC236}">
                <a16:creationId xmlns:a16="http://schemas.microsoft.com/office/drawing/2014/main" id="{CC1C83C1-FF8D-46EF-BE84-AAA4BB3A4D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trix And relationship3" id="4" name="slide4">
            <a:extLst>
              <a:ext uri="{FF2B5EF4-FFF2-40B4-BE49-F238E27FC236}">
                <a16:creationId xmlns:a16="http://schemas.microsoft.com/office/drawing/2014/main" id="{62776A24-06F4-4C3D-BD88-55FF6A3776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trix And relationship4" id="5" name="slide5">
            <a:extLst>
              <a:ext uri="{FF2B5EF4-FFF2-40B4-BE49-F238E27FC236}">
                <a16:creationId xmlns:a16="http://schemas.microsoft.com/office/drawing/2014/main" id="{80528D1E-24A6-4AA4-A3EA-21F1687FE8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trix And relationship5" id="6" name="slide6">
            <a:extLst>
              <a:ext uri="{FF2B5EF4-FFF2-40B4-BE49-F238E27FC236}">
                <a16:creationId xmlns:a16="http://schemas.microsoft.com/office/drawing/2014/main" id="{EFA7EF41-71C8-407B-9A2C-11D1308632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2026-09-22T13:43:12Z</dcterms:created>
  <dcterms:modified xsi:type="dcterms:W3CDTF">2026-09-22T13:43:12Z</dcterms:modified>
</cp:coreProperties>
</file>