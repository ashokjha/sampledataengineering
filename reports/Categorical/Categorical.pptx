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BDC6201-41A3-4E89-8197-C930B8B978A8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Categorical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031C289-184B-4C95-967C-219003F451AC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22/09/26 7:22:58 pm IST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egorical1" id="2" name="slide2">
            <a:extLst>
              <a:ext uri="{FF2B5EF4-FFF2-40B4-BE49-F238E27FC236}">
                <a16:creationId xmlns:a16="http://schemas.microsoft.com/office/drawing/2014/main" id="{EF7D5D16-906F-48DF-ABCA-4D7092FB7F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egorical2" id="3" name="slide3">
            <a:extLst>
              <a:ext uri="{FF2B5EF4-FFF2-40B4-BE49-F238E27FC236}">
                <a16:creationId xmlns:a16="http://schemas.microsoft.com/office/drawing/2014/main" id="{ABA92480-AA65-4019-A40F-4068E5CE7A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egorical3" id="4" name="slide4">
            <a:extLst>
              <a:ext uri="{FF2B5EF4-FFF2-40B4-BE49-F238E27FC236}">
                <a16:creationId xmlns:a16="http://schemas.microsoft.com/office/drawing/2014/main" id="{4A3C5720-302D-428A-8C4F-7A18758918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egorical4" id="5" name="slide5">
            <a:extLst>
              <a:ext uri="{FF2B5EF4-FFF2-40B4-BE49-F238E27FC236}">
                <a16:creationId xmlns:a16="http://schemas.microsoft.com/office/drawing/2014/main" id="{451E37D4-251F-4CB0-B504-420ED1379EB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egorical5" id="6" name="slide6">
            <a:extLst>
              <a:ext uri="{FF2B5EF4-FFF2-40B4-BE49-F238E27FC236}">
                <a16:creationId xmlns:a16="http://schemas.microsoft.com/office/drawing/2014/main" id="{A19E0D77-7EB2-4ED9-8D90-C751A33EFB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tegorical6" id="7" name="slide7">
            <a:extLst>
              <a:ext uri="{FF2B5EF4-FFF2-40B4-BE49-F238E27FC236}">
                <a16:creationId xmlns:a16="http://schemas.microsoft.com/office/drawing/2014/main" id="{25027551-8AEE-4BF2-9F91-AEB2BCD79CB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2033" y="0"/>
            <a:ext cx="7227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2026-09-22T13:52:59Z</dcterms:created>
  <dcterms:modified xsi:type="dcterms:W3CDTF">2026-09-22T13:52:59Z</dcterms:modified>
</cp:coreProperties>
</file>