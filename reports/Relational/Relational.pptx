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07BF350-04C8-495A-B2EE-612B94076F6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Relationship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7F0825C-7BBC-45BD-AD9B-BDE1CF73F6E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23/09/26 7:13:22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1" id="2" name="slide2">
            <a:extLst>
              <a:ext uri="{FF2B5EF4-FFF2-40B4-BE49-F238E27FC236}">
                <a16:creationId xmlns:a16="http://schemas.microsoft.com/office/drawing/2014/main" id="{650F3254-6A86-4F96-87CA-80DE783E4C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2" id="3" name="slide3">
            <a:extLst>
              <a:ext uri="{FF2B5EF4-FFF2-40B4-BE49-F238E27FC236}">
                <a16:creationId xmlns:a16="http://schemas.microsoft.com/office/drawing/2014/main" id="{B91B5CB3-B4EC-429A-A38F-FF2B43C80D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3" id="4" name="slide4">
            <a:extLst>
              <a:ext uri="{FF2B5EF4-FFF2-40B4-BE49-F238E27FC236}">
                <a16:creationId xmlns:a16="http://schemas.microsoft.com/office/drawing/2014/main" id="{EAB5D934-8F7F-413C-8035-903237E2F5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4" id="5" name="slide5">
            <a:extLst>
              <a:ext uri="{FF2B5EF4-FFF2-40B4-BE49-F238E27FC236}">
                <a16:creationId xmlns:a16="http://schemas.microsoft.com/office/drawing/2014/main" id="{234325A5-06EB-4FB3-A3AE-BD1D5DF03B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5" id="6" name="slide6">
            <a:extLst>
              <a:ext uri="{FF2B5EF4-FFF2-40B4-BE49-F238E27FC236}">
                <a16:creationId xmlns:a16="http://schemas.microsoft.com/office/drawing/2014/main" id="{836C9BBD-AE98-40E4-B7CD-1A90C604B0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hip6" id="7" name="slide7">
            <a:extLst>
              <a:ext uri="{FF2B5EF4-FFF2-40B4-BE49-F238E27FC236}">
                <a16:creationId xmlns:a16="http://schemas.microsoft.com/office/drawing/2014/main" id="{5CB359DA-C6A2-47FF-A301-7E89D6560F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2026-09-23T13:43:23Z</dcterms:created>
  <dcterms:modified xsi:type="dcterms:W3CDTF">2026-09-23T13:43:23Z</dcterms:modified>
</cp:coreProperties>
</file>