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1666D59-B2AB-4F1E-9EFA-02EED03193B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FinanceMarketAnalysis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064AE2A-4E5D-44E8-B387-A2557B33BDE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24/09/26 7:39:40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nancial1" id="2" name="slide2">
            <a:extLst>
              <a:ext uri="{FF2B5EF4-FFF2-40B4-BE49-F238E27FC236}">
                <a16:creationId xmlns:a16="http://schemas.microsoft.com/office/drawing/2014/main" id="{537A83A9-E770-449D-9553-D313AD5391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2026-09-24T14:09:40Z</dcterms:created>
  <dcterms:modified xsi:type="dcterms:W3CDTF">2026-09-24T14:09:40Z</dcterms:modified>
</cp:coreProperties>
</file>