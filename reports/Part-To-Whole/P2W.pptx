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B1F0F469-1257-4150-9231-692AB6CC294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P2W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0F820A8-0A5B-43BE-8705-E88FDE4E2B9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23/09/26 3:55:50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t to Whole1" id="2" name="slide2">
            <a:extLst>
              <a:ext uri="{FF2B5EF4-FFF2-40B4-BE49-F238E27FC236}">
                <a16:creationId xmlns:a16="http://schemas.microsoft.com/office/drawing/2014/main" id="{CDD8D756-F69B-424B-AD92-A6C2DC89C4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t to Whole2" id="3" name="slide3">
            <a:extLst>
              <a:ext uri="{FF2B5EF4-FFF2-40B4-BE49-F238E27FC236}">
                <a16:creationId xmlns:a16="http://schemas.microsoft.com/office/drawing/2014/main" id="{E5911877-0400-4CD3-8198-CA5040F9DE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t to Whole3" id="4" name="slide4">
            <a:extLst>
              <a:ext uri="{FF2B5EF4-FFF2-40B4-BE49-F238E27FC236}">
                <a16:creationId xmlns:a16="http://schemas.microsoft.com/office/drawing/2014/main" id="{E538E769-51BA-4052-B028-7A957A5ED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t to Whole4" id="5" name="slide5">
            <a:extLst>
              <a:ext uri="{FF2B5EF4-FFF2-40B4-BE49-F238E27FC236}">
                <a16:creationId xmlns:a16="http://schemas.microsoft.com/office/drawing/2014/main" id="{12C30C2D-F73D-46A6-B77A-4E3EB45615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2026-09-23T10:25:51Z</dcterms:created>
  <dcterms:modified xsi:type="dcterms:W3CDTF">2026-09-23T10:25:51Z</dcterms:modified>
</cp:coreProperties>
</file>