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9D66193-9E6E-49BD-BE1A-49BB725EDDD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Distribution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DA5D9C2-DF6F-498D-8623-F337B3AE6A6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22/09/26 7:25:18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tribution2" id="2" name="slide2">
            <a:extLst>
              <a:ext uri="{FF2B5EF4-FFF2-40B4-BE49-F238E27FC236}">
                <a16:creationId xmlns:a16="http://schemas.microsoft.com/office/drawing/2014/main" id="{19785654-393E-41FC-B2FA-80EBD1D499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tribution3" id="3" name="slide3">
            <a:extLst>
              <a:ext uri="{FF2B5EF4-FFF2-40B4-BE49-F238E27FC236}">
                <a16:creationId xmlns:a16="http://schemas.microsoft.com/office/drawing/2014/main" id="{DC78A89C-B862-46A4-8350-B8898334DB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tribution4" id="4" name="slide4">
            <a:extLst>
              <a:ext uri="{FF2B5EF4-FFF2-40B4-BE49-F238E27FC236}">
                <a16:creationId xmlns:a16="http://schemas.microsoft.com/office/drawing/2014/main" id="{D69BD8F5-87E7-4582-ACA2-D265D9E06E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tribution1" id="5" name="slide5">
            <a:extLst>
              <a:ext uri="{FF2B5EF4-FFF2-40B4-BE49-F238E27FC236}">
                <a16:creationId xmlns:a16="http://schemas.microsoft.com/office/drawing/2014/main" id="{1D6F93F6-1D8A-4848-B227-019ADFE9FC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tribution5" id="6" name="slide6">
            <a:extLst>
              <a:ext uri="{FF2B5EF4-FFF2-40B4-BE49-F238E27FC236}">
                <a16:creationId xmlns:a16="http://schemas.microsoft.com/office/drawing/2014/main" id="{4050640D-C0F1-4E65-9256-D5DC3A3AEF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tribution6" id="7" name="slide7">
            <a:extLst>
              <a:ext uri="{FF2B5EF4-FFF2-40B4-BE49-F238E27FC236}">
                <a16:creationId xmlns:a16="http://schemas.microsoft.com/office/drawing/2014/main" id="{E7301819-3170-40EB-A9CF-E7BD5AF724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2026-09-22T13:55:19Z</dcterms:created>
  <dcterms:modified xsi:type="dcterms:W3CDTF">2026-09-22T13:55:19Z</dcterms:modified>
</cp:coreProperties>
</file>