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2AA5EC0-B403-4CF4-B2CC-DBD57A52D5B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ThreeD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0FFE048-3401-49F6-BA33-F5480E6DC97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23/09/26 10:13:34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1" id="2" name="slide2">
            <a:extLst>
              <a:ext uri="{FF2B5EF4-FFF2-40B4-BE49-F238E27FC236}">
                <a16:creationId xmlns:a16="http://schemas.microsoft.com/office/drawing/2014/main" id="{D97A9CF1-2E4B-4ACC-9085-7E6CA12FA4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2" id="3" name="slide3">
            <a:extLst>
              <a:ext uri="{FF2B5EF4-FFF2-40B4-BE49-F238E27FC236}">
                <a16:creationId xmlns:a16="http://schemas.microsoft.com/office/drawing/2014/main" id="{26584685-BCBF-46AE-81BE-6F01BBEFB5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3" id="4" name="slide4">
            <a:extLst>
              <a:ext uri="{FF2B5EF4-FFF2-40B4-BE49-F238E27FC236}">
                <a16:creationId xmlns:a16="http://schemas.microsoft.com/office/drawing/2014/main" id="{D1ABEE0B-2692-4A8C-B6D3-BB4B2A9B8F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4" id="5" name="slide5">
            <a:extLst>
              <a:ext uri="{FF2B5EF4-FFF2-40B4-BE49-F238E27FC236}">
                <a16:creationId xmlns:a16="http://schemas.microsoft.com/office/drawing/2014/main" id="{B50043C3-F860-4986-89CE-678D9FE85E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2026-09-23T16:43:34Z</dcterms:created>
  <dcterms:modified xsi:type="dcterms:W3CDTF">2026-09-23T16:43:34Z</dcterms:modified>
</cp:coreProperties>
</file>