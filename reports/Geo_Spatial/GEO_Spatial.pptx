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  <p:sldId id="258" r:id="rId8"/>
    <p:sldId id="259" r:id="rId9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  <Relationship Id='rId8' Target='slides/slide3.xml' Type='http://schemas.openxmlformats.org/officeDocument/2006/relationships/slide' />
  <Relationship Id='rId9' Target='slides/slide4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3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8' Target='../media/image2.png' Type='http://schemas.openxmlformats.org/officeDocument/2006/relationships/image' />
</Relationships>

</file>

<file path=ppt/slides/_rels/slide4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9' Target='../media/image3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9520EFE1-EF59-4AA1-A66A-F3BA1F37435D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/>
              <a:t>GEO_Spatial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5EB24217-EBEF-41A6-934B-F1AAE557A8C8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24/09/26 7:34:28 pm IST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EO Spatial1" id="2" name="slide2">
            <a:extLst>
              <a:ext uri="{FF2B5EF4-FFF2-40B4-BE49-F238E27FC236}">
                <a16:creationId xmlns:a16="http://schemas.microsoft.com/office/drawing/2014/main" id="{C75CB793-3610-40A6-8F92-CC44397C4F9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2033" y="0"/>
            <a:ext cx="72279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EO Spatial2" id="3" name="slide3">
            <a:extLst>
              <a:ext uri="{FF2B5EF4-FFF2-40B4-BE49-F238E27FC236}">
                <a16:creationId xmlns:a16="http://schemas.microsoft.com/office/drawing/2014/main" id="{8368ADA9-FA68-477E-9A86-AB8E0F46D97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2033" y="0"/>
            <a:ext cx="72279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EO Spatial4" id="4" name="slide4">
            <a:extLst>
              <a:ext uri="{FF2B5EF4-FFF2-40B4-BE49-F238E27FC236}">
                <a16:creationId xmlns:a16="http://schemas.microsoft.com/office/drawing/2014/main" id="{F9229D8B-012E-42DD-B87D-CF7C10FDC54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2033" y="0"/>
            <a:ext cx="72279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4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2026-09-24T14:04:29Z</dcterms:created>
  <dcterms:modified xsi:type="dcterms:W3CDTF">2026-09-24T14:04:29Z</dcterms:modified>
</cp:coreProperties>
</file>